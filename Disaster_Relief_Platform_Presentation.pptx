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85477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rPr sz="4800" dirty="0"/>
              <a:t>DISASTER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EFF"/>
                </a:solidFill>
                <a:latin typeface="Segoe UI"/>
              </a:defRPr>
            </a:pPr>
            <a:r>
              <a:rPr sz="4800" dirty="0"/>
              <a:t>COORDINATION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99AA"/>
                </a:solidFill>
                <a:latin typeface="Segoe UI"/>
              </a:defRPr>
            </a:pPr>
            <a:r>
              <a:rPr dirty="0"/>
              <a:t>Government of India</a:t>
            </a:r>
            <a:r>
              <a:rPr lang="en-US" dirty="0"/>
              <a:t> </a:t>
            </a:r>
            <a:r>
              <a:rPr lang="en-US" dirty="0" err="1"/>
              <a:t>Intialtive</a:t>
            </a:r>
            <a:r>
              <a:rPr dirty="0"/>
              <a:t> — Mission-Critical Emergency Response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Segoe UI"/>
              </a:defRPr>
            </a:pPr>
            <a:r>
              <a:rPr dirty="0"/>
              <a:t>Real-Time Collaboration · GIS Mapping · Resource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EFF"/>
                </a:solidFill>
                <a:latin typeface="Segoe UI"/>
              </a:defRPr>
            </a:pPr>
            <a:r>
              <a:t>Live: disasterhelper.dpdns.org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Fragmented communication between relief agencies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Delayed response to disaster-affected areas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No centralized view of resources &amp; volunteers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Manual coordination leads to resource duplication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Lack of real-time situational awareness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Inefficient SOS / emergency alert systems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No geospatial mapping of incidents &amp; zones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Language barriers in multi-lingual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12064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Unified platform for all stakeholders (Govt, NGOs, Volunteers)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Real-time GIS maps with disaster zone overlays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Centralized resource &amp; inventory management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One-tap SOS emergency broadcast system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Live chat &amp; request tracking with geolocation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AI-powered risk assessment &amp; resource prediction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10 Indian languages including Urdu RTL support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PWA with offline capability for remote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React 18 + TypeScript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Vite 5 (fast builds)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Framer Motion animations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Leaflet GIS maps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Recharts dashboards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i18next (10 languages)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Lucide React icons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Node.js 20 + Express 4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Socket.io (real-time)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JWT + OAuth2 auth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Joi validation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Helmet CSP security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Rate limiting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Multer file 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500"/>
                </a:solidFill>
                <a:latin typeface="Segoe UI"/>
              </a:defRPr>
            </a:pPr>
            <a:r>
              <a:t>DATABASE &amp;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MongoDB 7 (GeoJSON)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Mongoose ODM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Docker + docker-compose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GitHub Actions CI/CD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Render + Vercel deploy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Multi-stage Docker builds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PWA service worker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CLIENT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React SPA (port 5173)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22 lazy-loaded pages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17 reusable UI components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9 custom React hooks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Role-based routing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Dark/Light/Neon themes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Responsive design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PWA offline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API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Express REST API (port 5001)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15 route modules (70+ endpoints)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Auth middleware (JWT)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Socket.io real-time events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Rate limiting per-user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XSS sanitization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Structured logging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Email via Resend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500"/>
                </a:solidFill>
                <a:latin typeface="Segoe UI"/>
              </a:defRPr>
            </a:pPr>
            <a:r>
              <a:t>DATA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MongoDB 7 with 2dsphere indexes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9 Mongoose models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GeoJSON Point locations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Geofencing queries ($geoWithin)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5x connection retry logic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Demo data seeding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CSV bulk import/export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File uploads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GIS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t>Leaflet maps with satellite, terrain &amp;</a:t>
            </a:r>
            <a:br/>
            <a:r>
              <a:t>flood/cyclone/earthquake overlays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2801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40" y="14630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SOS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t>One-tap emergency alert with GPS</a:t>
            </a:r>
            <a:br/>
            <a:r>
              <a:t>broadcast to all responders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Resource </a:t>
            </a:r>
            <a:r>
              <a:rPr dirty="0" err="1"/>
              <a:t>Mgmt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t>15-category inventory with status tracking,</a:t>
            </a:r>
            <a:br/>
            <a:r>
              <a:t>allocation &amp; smart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801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4630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Real-Time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t>Socket.io chat rooms per request</a:t>
            </a:r>
            <a:br/>
            <a:r>
              <a:t>with JWT-authenticated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67524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10 Languages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rPr dirty="0"/>
              <a:t>Hindi, Bengali, Tamil, Telugu, Marathi,</a:t>
            </a:r>
            <a:br>
              <a:rPr dirty="0"/>
            </a:br>
            <a:r>
              <a:rPr dirty="0"/>
              <a:t>Gujarati, Kannada, Punjabi, Urdu + RTL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5527" y="4023360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18407" y="4265563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8407" y="48463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rPr dirty="0"/>
              <a:t>User/request/resource management,</a:t>
            </a:r>
            <a:br>
              <a:rPr dirty="0"/>
            </a:br>
            <a:r>
              <a:rPr dirty="0"/>
              <a:t>escalation workflows &amp; bulk CSV 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06645"/>
            <a:ext cx="2560320" cy="237744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55455" y="4265563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rPr dirty="0"/>
              <a:t> PWA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5455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5EC"/>
                </a:solidFill>
                <a:latin typeface="Segoe UI"/>
              </a:defRPr>
            </a:pPr>
            <a:r>
              <a:t>Service worker with cache-first strategy,</a:t>
            </a:r>
            <a:br/>
            <a:r>
              <a:t>offline fallback &amp; push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333"/>
                </a:solidFill>
                <a:latin typeface="Segoe UI"/>
              </a:defRPr>
            </a:pPr>
            <a:r>
              <a:t>BACKEND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Helmet CSP strict directives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CORS with explicit allowlist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Per-endpoint &amp; per-user rate limiting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Joi input validation on all endpoints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XSS sanitization middleware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bcrypt password hashing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JWT HS256 with configurable expiry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FRONTEND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HTTPS enforcement via CSP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No sensitive data in localStorage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Service worker cache clear on logout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CSRF token validation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Input sanitization throughout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Secure session management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OAuth2 (Google + GitHub)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38328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38328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WCAG AA+ compliant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Skip navigation links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ARIA labels &amp; live regions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Focus traps on modals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Reduced motion support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4.5:1 minimum color contrast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Screen reader optimized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EFF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UI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53"/>
                </a:solidFill>
                <a:latin typeface="Segoe UI"/>
              </a:defRPr>
            </a:pPr>
            <a:r>
              <a:t>70+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50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Database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CC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C88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699"/>
                </a:solidFill>
                <a:latin typeface="Segoe UI"/>
              </a:defRPr>
            </a:pPr>
            <a:r>
              <a:t>175+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Unit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93192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E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E2E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53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API Endpoints (Client)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931920"/>
            <a:ext cx="2560320" cy="2194560"/>
          </a:xfrm>
          <a:prstGeom prst="rect">
            <a:avLst/>
          </a:prstGeom>
          <a:solidFill>
            <a:srgbClr val="151C2B"/>
          </a:solidFill>
          <a:ln w="127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50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5EC"/>
                </a:solidFill>
                <a:latin typeface="Segoe UI"/>
              </a:defRPr>
            </a:pPr>
            <a:r>
              <a:t>CSS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Deployment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Backend: Render (Node.js web service)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Frontend: Vercel (with API proxy rewrites)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Database: MongoDB Atlas (cloud)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Custom Domain: disasterhelper.dpdns.org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Docker: Multi-stage builds (Nginx + Node)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docker-compose for local development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Healthchecks on all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120640" cy="5029200"/>
          </a:xfrm>
          <a:prstGeom prst="rect">
            <a:avLst/>
          </a:prstGeom>
          <a:solidFill>
            <a:srgbClr val="15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CI/CD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GitHub Actions: 3 workflows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ci.yml: Lint → Test → Build → E2E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deploy.yml: Auto-deploy on push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node.js.yml: Node.js test matrix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Unit tests (Vitest) + E2E (Playwright)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Accessibility audits in E2E</a:t>
            </a:r>
          </a:p>
          <a:p>
            <a:pPr>
              <a:spcAft>
                <a:spcPts val="400"/>
              </a:spcAft>
              <a:defRPr sz="1400">
                <a:solidFill>
                  <a:srgbClr val="E0E5EC"/>
                </a:solidFill>
                <a:latin typeface="Segoe UI"/>
              </a:defRPr>
            </a:pPr>
            <a:r>
              <a:t>Code quality gates before merge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EFF"/>
                </a:solidFill>
                <a:latin typeface="Segoe UI"/>
              </a:defRPr>
            </a:pPr>
            <a:r>
              <a:t>Disaster Relief Coordination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Segoe UI"/>
              </a:defRPr>
            </a:pPr>
            <a:r>
              <a:rPr dirty="0"/>
              <a:t>Government of India</a:t>
            </a:r>
            <a:r>
              <a:rPr lang="en-US" dirty="0"/>
              <a:t> </a:t>
            </a:r>
            <a:r>
              <a:rPr lang="en-US" dirty="0" err="1"/>
              <a:t>Intiative</a:t>
            </a:r>
            <a:r>
              <a:rPr dirty="0"/>
              <a:t> — Emergency Response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EFF"/>
                </a:solidFill>
                <a:latin typeface="Segoe UI"/>
              </a:defRPr>
            </a:pPr>
            <a:r>
              <a:t>Live: disasterhelper.dpdns.org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Segoe UI"/>
              </a:defRPr>
            </a:pPr>
            <a:r>
              <a:t>Built with React · Node.js · MongoDB · Socket.io · Leaflet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715</Words>
  <Application>Microsoft Office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S PATEL</cp:lastModifiedBy>
  <cp:revision>3</cp:revision>
  <dcterms:created xsi:type="dcterms:W3CDTF">2013-01-27T09:14:16Z</dcterms:created>
  <dcterms:modified xsi:type="dcterms:W3CDTF">2026-07-08T08:31:10Z</dcterms:modified>
  <cp:category/>
</cp:coreProperties>
</file>